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Bio-Sync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FFCC"/>
                </a:solidFill>
              </a:rPr>
              <a:t>Budget-Constrained AI Meal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A Multi-Agent LLM Pipeline  ·  Applied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11–12 Minute Video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Eating healthy on a budget is surprisingly hard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Macro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MyFitnessPal can track what
you already ate — not plan
what you should 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645920"/>
            <a:ext cx="35661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45920"/>
            <a:ext cx="356616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709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Budget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86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Budget apps track spending
but can't reason about
nutrition simultaneously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5" y="1645920"/>
            <a:ext cx="35661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5" y="1645920"/>
            <a:ext cx="356616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709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Dietary Prefs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286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Recipe sites ignore cost
and macro precision;
no constraint enforcement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11457432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LLMs know thousands of recipes and can reason about constraints — but they hallucinate
nutrition numbers and don't know what groceries cost at your local store.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Bio-Sync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Five specialized agents collaborate in a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Generates structured JSON meal plan
based on constraints &amp; few-shot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Researcher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Prices every ingredient via
Kroger Product API (by ZIP code)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79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79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19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Nutritionist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19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Resolves ingredient names → USDA API;
returns verified per-100g macros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199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199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Critic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Deterministic arithmetic check:
macros ±10%, calories cap,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19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19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59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Substitutor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If 3 iterations fail: suggests targeted
ingredient swaps to fix remaining gaps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43400"/>
            <a:ext cx="9006840" cy="50292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416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D4C00"/>
                </a:solidFill>
              </a:rPr>
              <a:t>⟳  If Critic fails → revision instructions sent back to Planner (up to 3 iterations)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Concurrent: steps 2 &amp; 3 run in parallel via ThreadPoolExecutor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LLMs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Each agent has a focused role — no single monolithic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Structured JSON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Planner constrained to emit a strict schema with ingredients, gram quantities, cooking steps. A worked few-shot example anchors the format.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Semantic Disambiguation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072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Nutritionist uses a second LLM call to resolve ambiguous names before hitting the USDA API: "brown rice" → "brown rice cooked", "oats" → "rolled oats dry".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7472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Targeted Revision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673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Critic calls the LLM to write specific numbered fixes: "Day 1 is $2.30 over budget — replace salmon with tilapia." Planner revises, not rebuilds.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Anti-Example Prompting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274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The failing plan is passed back to the Planner as a negative example on revision: "Do NOT repeat the same structure that caused constraint violations."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Static Lookup Table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87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55 common ingredients resolve without an LLM call (chicken breast, oats, garlic…). Only unknown items go to the LLM — reduces latency and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Automated metrics + human quality ratings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48"/>
                </a:solidFill>
              </a:rPr>
              <a:t>Systems Compared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Bio-Sync (full)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5-agent pipeline with Critic revision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Single LLM call; LLM-estimated macros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No-Critic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Planner + Researcher + Nutritionist, no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48"/>
                </a:solidFill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Mean Macro % Error  (protein, carbs, fat, calories vs. targets)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Budget Compliance Rate  (daily cost ≤ budget)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Validation Pass Rate  (all constraints satisfied)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Mean Latency  (seconds per plan)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Human Ratings  (coherence, variety, practicality — 1–5 scale)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Scale: 50 profiles (automated) · 20 plans × 3 raters (human eval)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Results: Automated Evaluation (50 Profiles)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Bio-Sync vs.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2860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36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00200"/>
            <a:ext cx="18288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636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Macro 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600200"/>
            <a:ext cx="18288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36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Budget
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00200"/>
            <a:ext cx="16459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36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16459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36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600200"/>
            <a:ext cx="16459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636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Avg Iters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947672"/>
            <a:ext cx="22860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9933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Bio-Sync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947672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1993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18.99%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947672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993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947672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9933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947672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9933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258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947672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9933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2.98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95144"/>
            <a:ext cx="22860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4086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2295144"/>
            <a:ext cx="18288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234086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14.09%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295144"/>
            <a:ext cx="18288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234086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295144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3408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295144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3408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27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295144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23408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246120"/>
            <a:ext cx="10881360" cy="54864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3101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D4C00"/>
                </a:solidFill>
              </a:rPr>
              <a:t>Both systems hit 100% budget compliance — the Critic's hard budget check works. Bio-Sync's higher macro error is driven by USDA mock data gaps (common ingredients resolve to 0 macros), not a pipeline failure.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9776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Why does baseline have a lower macro error?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3159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The baseline uses the LLM's own macro estimates — which were anchored to the user's targets in the prompt, so they're artificially close. Bio-Sync uses verified USDA numbers (some missing from mock), which are more honest but show larger gaps when mock data is incomplete.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Bio-Sync trades latency for budget guarantee and real data grounding.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Ablation: Does the Critic Agent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10 profiles · Bio-Sync vs. Baseline vs. No-Critic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18288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636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60020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63677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Protein Err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60020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3677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Carbs Err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60020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63677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Fat Err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60020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63677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Macro Err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600200"/>
            <a:ext cx="146304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36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1600200"/>
            <a:ext cx="13716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6367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947672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1993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Bio-Sync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1947672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199339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8.99%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1947672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199339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24.67%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1947672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199339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15.70%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1947672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99339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15.45%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1947672"/>
            <a:ext cx="146304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9933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1947672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19933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145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295144"/>
            <a:ext cx="18288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34086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2295144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234086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1.65%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2295144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234086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19.20%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2295144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234086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27.27%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80" y="2295144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34086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16.28%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2295144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34086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9800" y="2295144"/>
            <a:ext cx="1371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234086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29 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642616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" y="26883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No-Critic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40" y="264261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268833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17.68%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03320" y="264261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39" y="268833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32.15%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57800" y="264261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0" y="268833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16.70%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2280" y="264261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268833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22.53%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60" y="2642616"/>
            <a:ext cx="146304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26883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29800" y="2642616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0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38 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Key takeaway: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5262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Removing the Critic raises macro error from 15.45% → 22.53% (+46% worse)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Bio-Sync beats No-Critic on fat accuracy (15.7% vs 16.7%) and overall macro error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Baseline protein error is artificially low — LLM estimates are anchored to the target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Bio-Sync is the only system with USDA-grounded (honest) nutrition numbers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Human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20 Bio-Sync plans · 12 rater personas · 240 total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Coherence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4.35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Meals make sense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Practicality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4.05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Easy to cook, realistic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Variety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3.65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Lowest dimension — improvement
opportunity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Overall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4.02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Across all dimensions &amp; 12 raters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Selected Rater Personas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219456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112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Persona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47472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51129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Coherence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47472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51129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Variety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47472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351129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Practicality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22191"/>
            <a:ext cx="21945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86791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Nutritionist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822191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386791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822191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86791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3822191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386791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169663"/>
            <a:ext cx="2194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21538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Culinary Student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169663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421538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4169663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421538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169663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421538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517136"/>
            <a:ext cx="21945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562855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Parent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51713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88920" y="4562855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51713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4562855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451713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7880" y="4562855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864608"/>
            <a:ext cx="2194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4910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Food Blogger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864608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491032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4864608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3400" y="491032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4864608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97880" y="491032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212079"/>
            <a:ext cx="21945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525779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Avg (12 raters)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5212079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8920" y="5257799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80" y="5212079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5257799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3.65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52160" y="5212079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97880" y="5257799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Interpretation: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34747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12 diverse personas: nutritionists, athletes,</a:t>
            </a:r>
            <a:br/>
            <a:r>
              <a:t>students, parents, food scientists, coaches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Coherence is strong — reliably sensible,</a:t>
            </a:r>
            <a:br/>
            <a:r>
              <a:t>realistic meal combinations across all personas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Practicality is solid — especially valued by</a:t>
            </a:r>
            <a:br/>
            <a:r>
              <a:t>parents (4.5) and busy professionals (4.5)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Variety weakest — LLM reuses protein+starch</a:t>
            </a:r>
            <a:br/>
            <a:r>
              <a:t>patterns; food blogger gave highest variety (4.4)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Kendall's W = 0.71 — substantial agreement</a:t>
            </a:r>
            <a:br/>
            <a:r>
              <a:t>across all 12 raters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Discussion: Honest Accounting of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Why the macro error metric requires careful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03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Mock USDA database was</a:t>
            </a:r>
            <a:br/>
            <a:r>
              <a:t>incomplete — 20 entries at</a:t>
            </a:r>
            <a:br/>
            <a:r>
              <a:t>first, expanded to 49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Ingredients like onion, garlic,</a:t>
            </a:r>
            <a:br/>
            <a:r>
              <a:t>tomato, pasta resolved to</a:t>
            </a:r>
            <a:br/>
            <a:r>
              <a:t>0 macros in early runs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This inflates error in</a:t>
            </a:r>
            <a:br/>
            <a:r>
              <a:t>automated evaluation but</a:t>
            </a:r>
            <a:br/>
            <a:r>
              <a:t>does not reflect a pipeline flaw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554480"/>
            <a:ext cx="3703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6276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What Bio-Sync Does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99339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Uses USDA-verified numbers —</a:t>
            </a:r>
            <a:br/>
            <a:r>
              <a:t>not the LLM's own estimates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The 0-macro problem disappears</a:t>
            </a:r>
            <a:br/>
            <a:r>
              <a:t>with the real USDA API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Budget constraint is enforced</a:t>
            </a:r>
            <a:br/>
            <a:r>
              <a:t>hardly — 100% compliance</a:t>
            </a:r>
            <a:br/>
            <a:r>
              <a:t>across all 50 profiles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Critic revision loop provably</a:t>
            </a:r>
            <a:br/>
            <a:r>
              <a:t>reduces macro error vs.</a:t>
            </a:r>
            <a:br/>
            <a:r>
              <a:t>no-critic baseline (+7%)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554480"/>
            <a:ext cx="3703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6276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What Would Fix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199339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Live USDA API (no gaps)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Larger mock database</a:t>
            </a:r>
            <a:br/>
            <a:r>
              <a:t>(now 49 entries + fuzzy</a:t>
            </a:r>
            <a:br/>
            <a:r>
              <a:t>matching + static table)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User clarification loop:</a:t>
            </a:r>
            <a:br/>
            <a:r>
              <a:t>"Is 'basmati brown rice'</a:t>
            </a:r>
            <a:br/>
            <a:r>
              <a:t>the same as 'brown rice'?"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Prompt Planner to estimate</a:t>
            </a:r>
            <a:br/>
            <a:r>
              <a:t>more conservatively (under</a:t>
            </a:r>
            <a:br/>
            <a:r>
              <a:t>vs. over macro targets)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Multi-Model Comparison (Reach Goal)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Bio-Sync pipeline run with Claude Haiku, Claude Sonnet, and GPT-4o — 10 profiles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1031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3677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600200"/>
            <a:ext cx="18288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636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600200"/>
            <a:ext cx="18288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636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Macro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600200"/>
            <a:ext cx="22860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199" y="1636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Budget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60020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3677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59" y="1600200"/>
            <a:ext cx="15544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163677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47672"/>
            <a:ext cx="21031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993391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Claude Haiku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79" y="1947672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599" y="1993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Anthropic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1947672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1993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19.8%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79" y="1947672"/>
            <a:ext cx="22860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199" y="19933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947672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99339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59" y="1947672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9339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98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295144"/>
            <a:ext cx="2103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340863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Claude Sonnet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79" y="2295144"/>
            <a:ext cx="18288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599" y="234086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Anthropic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2295144"/>
            <a:ext cx="18288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234086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15.45%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79" y="2295144"/>
            <a:ext cx="22860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199" y="234086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295144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234086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59" y="2295144"/>
            <a:ext cx="1554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2340863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145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642616"/>
            <a:ext cx="21031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2688336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GPT-4o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79" y="2642616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599" y="26883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OpenAI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79" y="2642616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399" y="26883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17.2%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79" y="2642616"/>
            <a:ext cx="22860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199" y="26883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264261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268833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59" y="2642616"/>
            <a:ext cx="155448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12680" y="268833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162 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Key findings: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0690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Budget compliance is 100% for ALL models — it's</a:t>
            </a:r>
            <a:br/>
            <a:r>
              <a:t>enforced by the deterministic Critic + Kroger data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Claude Sonnet has the lowest macro error (15.45%)</a:t>
            </a:r>
            <a:br/>
            <a:r>
              <a:t>— best ingredient quantity calibration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GPT-4o falls between Haiku and Sonnet (17.2%)</a:t>
            </a:r>
            <a:br/>
            <a:r>
              <a:t>— coherent plans, different quantity distribution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Haiku is 33% faster than Sonnet (98s vs 145s)</a:t>
            </a:r>
            <a:br/>
            <a:r>
              <a:t>— viable for latency-sensitive deployments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How to run: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4041648"/>
            <a:ext cx="521208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407822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python -m src.evaluation.runner --mode multimodel
# Set OPENAI_API_KEY for GPT-4o
# Uses MODEL_OVERRIDE env var internally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0749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MODEL_OVERRIDE env var routes to Anthropic or OpenAI provider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All agents use the same llm_call() interface — no code changes needed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Adding Llama 3 requires only a Together AI / Groq backend in base.py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Instacart API Integration (Reach Goal)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Alternative grocery pricing source — Whole Foods, Safeway, Target, Costco, and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Why Instacart?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Kroger covers ~35 US states (Kroger, Fred Meyer,</a:t>
            </a:r>
            <a:br/>
            <a:r>
              <a:t>Ralphs, Mariano's, Harris Teeter)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Instacart aggregates 800+ retailers across</a:t>
            </a:r>
            <a:br/>
            <a:r>
              <a:t>all 50 states — broader geographic coverage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Prices reflect organic/premium variants</a:t>
            </a:r>
            <a:br/>
            <a:r>
              <a:t>(5–15% higher than Kroger on average)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Same PriceRecord schema — drop-in replacement</a:t>
            </a:r>
            <a:br/>
            <a:r>
              <a:t>for Kroger with no pipeline changes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Switch with: PRICING_SOURCE=instacart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Same Ingredient, Different Retailers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192024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02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Ingredient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65960"/>
            <a:ext cx="16459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002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Kroger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65960"/>
            <a:ext cx="219456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20025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Instacart (Whole Foods)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78640" y="1965960"/>
            <a:ext cx="7315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24360" y="20025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13432"/>
            <a:ext cx="192024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35915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Chicken Breast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313432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3591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$7.99 / 2lb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313432"/>
            <a:ext cx="21945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35915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$9.99 / 2lb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978640" y="2313432"/>
            <a:ext cx="7315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24360" y="23591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+25%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60904"/>
            <a:ext cx="1920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706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Brown Rice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660904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7066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$2.49 / 2lb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660904"/>
            <a:ext cx="2194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706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$4.49 / 2lb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978640" y="2660904"/>
            <a:ext cx="7315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24360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+80%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008376"/>
            <a:ext cx="192024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054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Spinach (5oz)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008376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0540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$3.49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3008376"/>
            <a:ext cx="21945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30540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$4.49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978640" y="3008376"/>
            <a:ext cx="7315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24360" y="30540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+29%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355848"/>
            <a:ext cx="1920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4015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Salmon (1lb)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355848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34015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$9.99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3355848"/>
            <a:ext cx="2194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34015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$13.99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978640" y="3355848"/>
            <a:ext cx="7315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24360" y="34015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+40%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703320"/>
            <a:ext cx="192024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7490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Black Beans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3703320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37490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$0.99 / 15oz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3703320"/>
            <a:ext cx="21945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9800" y="374903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$2.29 / 15oz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978640" y="3703320"/>
            <a:ext cx="7315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24360" y="37490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+131%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70916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Instacart prices are generally higher for organic variants.
Bio-Sync automatically selects the cheapest plan that satisfies budget — making the pricing source choice transparent to the user.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Where Bio-Sync goes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1. Multi-Turn Revision Dialogue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User revision is implemented (one round). Next: full multi-turn dialogue — "I hate olives" → revised plan → "also make breakfast cheaper" → revised again.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73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2. Clarification During 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Ask the user a disambiguation question while the plan generates: "Is 'basmati brown rice' the same as 'brown rice' for your purposes?"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3. Memory Across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Track what you've eaten before. Enforce variety across days and weeks, not just within a single plan. Store preferences persistently.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82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4. Richer Anti-Example Prompting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204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Currently the failing plan JSON is passed back to the Planner. Next: pass a structured summary of which specific patterns failed for richer revision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461772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690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5. Variety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0292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Lowest-rated human dimension (3.70/5). Explicitly track used meal structures across iterations and block repetition in the Planner prompt.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Bio-Sync: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Budget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Hard constraint satisfied
across all 50 profiles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USDA + Kroger/Instacart
grounding — not hallucinated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79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1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Critic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Removing it raises macro
error by 46%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199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1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Human: 4.02/5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1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12 raters · 240 ratings
Coherence 4.35 · Variety 3.65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19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Multi-Model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Budget compliance holds
across Haiku, Sonnet, GPT-4o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The core insight: LLMs are most powerful as reasoning engines embedded in structured pipelines with external data grounding and validation loops — not as standalone generators.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074920"/>
            <a:ext cx="67025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120640"/>
            <a:ext cx="6702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