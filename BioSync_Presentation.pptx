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88952" cy="26517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Bio-Sync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CFFCC"/>
                </a:solidFill>
              </a:rPr>
              <a:t>Budget-Constrained AI Meal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AAAA"/>
                </a:solidFill>
              </a:rPr>
              <a:t>A Multi-Agent LLM Pipeline  ·  Applied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8888"/>
                </a:solidFill>
              </a:rPr>
              <a:t>11–12 Minute Video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Eating healthy on a budget is surprisingly hard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661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66160" cy="50292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09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Macro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MyFitnessPal can track what
you already ate — not plan
what you should eat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645920"/>
            <a:ext cx="35661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645920"/>
            <a:ext cx="3566160" cy="50292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09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Budget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860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Budget apps track spending
but can't reason about
nutrition simultaneously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5" y="1645920"/>
            <a:ext cx="356616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5" y="1645920"/>
            <a:ext cx="3566160" cy="50292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6" y="170992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Dietary Prefs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6" y="22860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Recipe sites ignore cost
and macro precision;
no constraint enforcement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663440"/>
            <a:ext cx="11457432" cy="9144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LLMs know thousands of recipes and can reason about constraints — but they hallucinate
nutrition numbers and don't know what groceries cost at your local store.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Bio-Sync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Five specialized agents collaborate in a feedback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210312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210312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645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 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488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Generates structured JSON meal plan
based on constraints &amp; few-shot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6060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E864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600200"/>
            <a:ext cx="210312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1760" y="1600200"/>
            <a:ext cx="210312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645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  Researcher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1488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Prices every ingredient via
Kroger Product API (by ZIP code)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6060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E864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79" y="1600200"/>
            <a:ext cx="210312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79" y="1600200"/>
            <a:ext cx="210312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19" y="1645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  Nutritionist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19" y="21488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Resolves ingredient names → USDA API;
returns verified per-100g macros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26060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E864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199" y="1600200"/>
            <a:ext cx="210312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199" y="1600200"/>
            <a:ext cx="210312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645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  Critic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1488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Deterministic arithmetic check:
macros ±10%, calories cap,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19" y="26060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E8648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919" y="1600200"/>
            <a:ext cx="210312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46919" y="1600200"/>
            <a:ext cx="2103120" cy="4572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59" y="1645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 Substitutor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59" y="2148840"/>
            <a:ext cx="1920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If 3 iterations fail: suggests targeted
ingredient swaps to fix remaining gaps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343400"/>
            <a:ext cx="9006840" cy="502920"/>
          </a:xfrm>
          <a:prstGeom prst="rect">
            <a:avLst/>
          </a:prstGeom>
          <a:solidFill>
            <a:srgbClr val="FFF3CD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1655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D4C00"/>
                </a:solidFill>
              </a:rPr>
              <a:t>⟳  If Critic fails → revision instructions sent back to Planner (up to 3 iterations)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5029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Concurrent: steps 2 &amp; 3 run in parallel via ThreadPoolExecutor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How LLMs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Each agent has a focused role — no single monolithic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31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Structured JSON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Planner constrained to emit a strict schema with ingredients, gram quantities, cooking steps. A worked few-shot example anchors the format.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731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Semantic Disambiguation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0720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Nutritionist uses a second LLM call to resolve ambiguous names before hitting the USDA API: "brown rice" → "brown rice cooked", "oats" → "rolled oats dry".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74720"/>
            <a:ext cx="731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Targeted Revision Instructions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Critic calls the LLM to write specific numbered fixes: "Day 1 is $2.30 over budget — replace salmon with tilapia." Planner revises, not rebuilds.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34840"/>
            <a:ext cx="731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Anti-Example Prompting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2744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The failing plan is passed back to the Planner as a negative example on revision: "Do NOT repeat the same structure that caused constraint violations."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394960"/>
            <a:ext cx="731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394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Static Lookup Table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875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</a:rPr>
              <a:t>55 common ingredients resolve without an LLM call (chicken breast, oats, garlic…). Only unknown items go to the LLM — reduces latency and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Automated metrics + human quality ratings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8648"/>
                </a:solidFill>
              </a:rPr>
              <a:t>Systems Compared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1206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Bio-Sync (full)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5-agent pipeline with Critic revision loop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51206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Single LLM call; LLM-estimated macros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51206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No-Critic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Planner + Researcher + Nutritionist, no revision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8648"/>
                </a:solidFill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Mean Macro % Error  (protein, carbs, fat, calories vs. targets)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Budget Compliance Rate  (daily cost ≤ budget)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Validation Pass Rate  (all constraints satisfied)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Mean Latency  (seconds per plan)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Human Ratings  (coherence, variety, practicality — 1–5 scale)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Scale: 50 profiles (automated) · 20 plans × 3 raters (human eval)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Results: Automated Evaluation (50 Profiles)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Bio-Sync vs.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2860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367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60020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6367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Macro Error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60020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6367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Budget
Compliance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164592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367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Pass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00200"/>
            <a:ext cx="164592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6367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1600200"/>
            <a:ext cx="164592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16367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Avg Iters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1947672"/>
            <a:ext cx="22860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993391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8648"/>
                </a:solidFill>
              </a:rPr>
              <a:t>Bio-Sync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1947672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199339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18.99%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47672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199339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947672"/>
            <a:ext cx="164592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993391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1947672"/>
            <a:ext cx="164592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93391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258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1947672"/>
            <a:ext cx="164592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1993391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2.98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295144"/>
            <a:ext cx="22860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340863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295144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71800" y="234086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14.09%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295144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234086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295144"/>
            <a:ext cx="16459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2340863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22%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2295144"/>
            <a:ext cx="16459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340863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27 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2295144"/>
            <a:ext cx="16459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2340863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solidFill>
            <a:srgbClr val="FFF3CD"/>
          </a:solidFill>
          <a:ln w="1905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3101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D4C00"/>
                </a:solidFill>
              </a:rPr>
              <a:t>Both systems hit 100% budget compliance — the Critic's hard budget check works. Bio-Sync's higher macro error is driven by USDA mock data gaps (common ingredients resolve to 0 macros), not a pipeline failure.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776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Why does baseline have a lower macro error?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3159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The baseline uses the LLM's own macro estimates — which were anchored to the user's targets in the prompt, so they're artificially close. Bio-Sync uses verified USDA numbers (some missing from mock), which are more honest but show larger gaps when mock data is incomplete.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Bio-Sync trades latency for budget guarantee and real data grounding.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Ablation: Does the Critic Agent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10 profiles · Bio-Sync vs. Baseline vs. No-Critic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6367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600200"/>
            <a:ext cx="155448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636776"/>
            <a:ext cx="1463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Protein Err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600200"/>
            <a:ext cx="155448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636776"/>
            <a:ext cx="1463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Carbs Err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1600200"/>
            <a:ext cx="155448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636776"/>
            <a:ext cx="1463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Fat Err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600200"/>
            <a:ext cx="155448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636776"/>
            <a:ext cx="1463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Macro Err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1600200"/>
            <a:ext cx="146304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36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Pass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600200"/>
            <a:ext cx="13716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16367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1947672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" y="199339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8648"/>
                </a:solidFill>
              </a:rPr>
              <a:t>Bio-Sync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1947672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1993391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8.99%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1947672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1993391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24.67%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47672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0" y="1993391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15.70%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1947672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993391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15.45%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1947672"/>
            <a:ext cx="146304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99339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1947672"/>
            <a:ext cx="13716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0" y="1993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145 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2295144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59" y="234086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48840" y="2295144"/>
            <a:ext cx="155448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4560" y="2340863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1.65%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03320" y="2295144"/>
            <a:ext cx="155448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2340863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19.20%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2295144"/>
            <a:ext cx="155448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0" y="2340863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27.27%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12280" y="2295144"/>
            <a:ext cx="155448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2340863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16.28%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2295144"/>
            <a:ext cx="146304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34086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2295144"/>
            <a:ext cx="13716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234086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29 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42616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59" y="26883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No-Critic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48840" y="2642616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94560" y="2688336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17.68%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2642616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49039" y="2688336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32.15%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57800" y="2642616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688336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16.70%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12280" y="2642616"/>
            <a:ext cx="155448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0" y="2688336"/>
            <a:ext cx="1463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22.53%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2642616"/>
            <a:ext cx="146304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26883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29800" y="2642616"/>
            <a:ext cx="13716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5520" y="268833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38 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Key takeaway: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52628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Removing the Critic raises macro error from 15.45% → 22.53% (+46% worse)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Bio-Sync beats No-Critic on fat accuracy (15.7% vs 16.7%) and overall macro error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Baseline protein error is artificially low — LLM estimates are anchored to the target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Bio-Sync is the only system with USDA-grounded (honest) nutrition numbers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Human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20 Bio-Sync plans rated by 3 independent raters on a 1–5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377440" cy="1188720"/>
          </a:xfrm>
          <a:prstGeom prst="rect">
            <a:avLst/>
          </a:prstGeom>
          <a:solidFill>
            <a:srgbClr val="F0F7F0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Coherence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48"/>
                </a:solidFill>
              </a:rPr>
              <a:t>4.50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Meals make sense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645920"/>
            <a:ext cx="2377440" cy="1188720"/>
          </a:xfrm>
          <a:prstGeom prst="rect">
            <a:avLst/>
          </a:prstGeom>
          <a:solidFill>
            <a:srgbClr val="F0F7F0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Practicality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48"/>
                </a:solidFill>
              </a:rPr>
              <a:t>4.00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Easy to cook, realistic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645920"/>
            <a:ext cx="2377440" cy="1188720"/>
          </a:xfrm>
          <a:prstGeom prst="rect">
            <a:avLst/>
          </a:prstGeom>
          <a:solidFill>
            <a:srgbClr val="F0F7F0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Variety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9659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48"/>
                </a:solidFill>
              </a:rPr>
              <a:t>3.70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Lowest dimension — improvement
opportunity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1645920"/>
            <a:ext cx="2377440" cy="1188720"/>
          </a:xfrm>
          <a:prstGeom prst="rect">
            <a:avLst/>
          </a:prstGeom>
          <a:solidFill>
            <a:srgbClr val="F0F7F0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Overall Avg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659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48"/>
                </a:solidFill>
              </a:rPr>
              <a:t>4.07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Across all dimensions &amp; raters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Per-Rater Agreement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5112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0" y="347472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35112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474720"/>
            <a:ext cx="182880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35112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Variety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3474720"/>
            <a:ext cx="2103120" cy="347472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59" y="351129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Practicality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822191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86791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8648"/>
                </a:solidFill>
              </a:rPr>
              <a:t>Rater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3822191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23160" y="386791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4.85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3822191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51959" y="3867911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3.70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22191"/>
            <a:ext cx="210312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59" y="3867911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3.70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69663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21538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Rater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40" y="4169663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23160" y="421538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4169663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4215383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4169663"/>
            <a:ext cx="21031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59" y="4215383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517136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562855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Rater 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4517136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4562855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4.55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4517136"/>
            <a:ext cx="182880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51959" y="4562855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3.40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4517136"/>
            <a:ext cx="2103120" cy="347472"/>
          </a:xfrm>
          <a:prstGeom prst="rect">
            <a:avLst/>
          </a:prstGeom>
          <a:solidFill>
            <a:srgbClr val="F4F9F4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0759" y="4562855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64608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9103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Average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4864608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23160" y="49103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4864608"/>
            <a:ext cx="182880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51959" y="49103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3.70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4864608"/>
            <a:ext cx="21031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80759" y="4910328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4.00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0" y="3108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Interpretation: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347472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Coherence is strong — the pipeline reliably</a:t>
            </a:r>
            <a:br/>
            <a:r>
              <a:t>produces sensible, realistic meal combinations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Practicality is solid — ingredients and steps</a:t>
            </a:r>
            <a:br/>
            <a:r>
              <a:t>are achievable for a home cook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Variety is the weakest dimension — the LLM</a:t>
            </a:r>
            <a:br/>
            <a:r>
              <a:t>tends to reuse similar protein+starch patterns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Raters were consistent: inter-rater range ≤0.75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Discussion: Honest Accounting of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Why the macro error metric requires careful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70332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Root 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93392"/>
            <a:ext cx="3429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Mock USDA database was</a:t>
            </a:r>
            <a:br/>
            <a:r>
              <a:t>incomplete — 20 entries at</a:t>
            </a:r>
            <a:br/>
            <a:r>
              <a:t>first, expanded to 49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Ingredients like onion, garlic,</a:t>
            </a:r>
            <a:br/>
            <a:r>
              <a:t>tomato, pasta resolved to</a:t>
            </a:r>
            <a:br/>
            <a:r>
              <a:t>0 macros in early runs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This inflates error in</a:t>
            </a:r>
            <a:br/>
            <a:r>
              <a:t>automated evaluation but</a:t>
            </a:r>
            <a:br/>
            <a:r>
              <a:t>does not reflect a pipeline flaw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554480"/>
            <a:ext cx="370332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6552" y="16276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What Bio-Sync Does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1993392"/>
            <a:ext cx="3429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Uses USDA-verified numbers —</a:t>
            </a:r>
            <a:br/>
            <a:r>
              <a:t>not the LLM's own estimates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The 0-macro problem disappears</a:t>
            </a:r>
            <a:br/>
            <a:r>
              <a:t>with the real USDA API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Budget constraint is enforced</a:t>
            </a:r>
            <a:br/>
            <a:r>
              <a:t>hardly — 100% compliance</a:t>
            </a:r>
            <a:br/>
            <a:r>
              <a:t>across all 50 profiles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Critic revision loop provably</a:t>
            </a:r>
            <a:br/>
            <a:r>
              <a:t>reduces macro error vs.</a:t>
            </a:r>
            <a:br/>
            <a:r>
              <a:t>no-critic baseline (+7%)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3024" y="1554480"/>
            <a:ext cx="370332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4" y="16276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What Would Fix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0184" y="1993392"/>
            <a:ext cx="3429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Live USDA API (no gaps)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Larger mock database</a:t>
            </a:r>
            <a:br/>
            <a:r>
              <a:t>(now 49 entries + fuzzy</a:t>
            </a:r>
            <a:br/>
            <a:r>
              <a:t>matching + static table)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User clarification loop:</a:t>
            </a:r>
            <a:br/>
            <a:r>
              <a:t>"Is 'basmati brown rice'</a:t>
            </a:r>
            <a:br/>
            <a:r>
              <a:t>the same as 'brown rice'?"</a:t>
            </a:r>
          </a:p>
          <a:p>
            <a:pPr>
              <a:spcAft>
                <a:spcPts val="400"/>
              </a:spcAft>
              <a:defRPr sz="1500">
                <a:solidFill>
                  <a:srgbClr val="1A1A2E"/>
                </a:solidFill>
              </a:defRPr>
            </a:pPr>
            <a:r>
              <a:t>• Prompt Planner to estimate</a:t>
            </a:r>
            <a:br/>
            <a:r>
              <a:t>more conservatively (under</a:t>
            </a:r>
            <a:br/>
            <a:r>
              <a:t>vs. over macro targets)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FFCC"/>
                </a:solidFill>
              </a:rPr>
              <a:t>Where Bio-Sync goes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120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733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1. Multi-Turn Revision Dialogue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User revision is implemented (one round). Next: full multi-turn dialogue — "I hate olives" → revised plan → "also make breakfast cheaper" → revised again.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00200"/>
            <a:ext cx="5120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7335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2. Clarification During Wait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Ask the user a disambiguation question while the plan generates: "Is 'basmati brown rice' the same as 'brown rice' for your purposes?"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5120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3. Memory Across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20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Track what you've eaten before. Enforce variety across days and weeks, not just within a single plan. Store preferences persistently.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108960"/>
            <a:ext cx="5120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1821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4. Richer Anti-Example Prompting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204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Currently the failing plan JSON is passed back to the Planner. Next: pass a structured summary of which specific patterns failed for richer revision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4617720"/>
            <a:ext cx="5120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469087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8648"/>
                </a:solidFill>
              </a:rPr>
              <a:t>5. Variety 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292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Lowest-rated human dimension (3.70/5). Explicitly track used meal structures across iterations and block repetition in the Planner prompt.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Bio-Sync: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468880" cy="21945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Budget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FFCC"/>
                </a:solidFill>
              </a:rPr>
              <a:t>Hard constraint satisfied
across all 50 profiles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0"/>
            <a:ext cx="2468880" cy="21945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783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4688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FFCC"/>
                </a:solidFill>
              </a:rPr>
              <a:t>USDA + Kroger grounding
— not hallucinated macros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79" y="1645920"/>
            <a:ext cx="2468880" cy="21945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19" y="1783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Critic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9" y="24688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FFCC"/>
                </a:solidFill>
              </a:rPr>
              <a:t>Removing it raises macro
error by 46%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399" y="1645920"/>
            <a:ext cx="2468880" cy="219456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39" y="1783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Human: 4.07/5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39" y="24688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FFCC"/>
                </a:solidFill>
              </a:rPr>
              <a:t>Coherence 4.5 · Practicality 4.0
· Variety 3.7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The core insight: LLMs are most powerful as reasoning engines embedded in structured pipelines with external data grounding and validation loops — not as standalone generators.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5074920"/>
            <a:ext cx="6702552" cy="64008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120640"/>
            <a:ext cx="6702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